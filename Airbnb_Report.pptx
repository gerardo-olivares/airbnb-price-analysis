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Gerardo Olivares Mijares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09728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Precios de Airbnb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Mercado de alquiler a corto plazo en 6 ciudades de Estados Unidos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926080"/>
            <a:ext cx="4572000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64,056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749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Listings analizados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38328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383280" y="3749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Ciudades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21792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217920" y="3749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052560" y="31089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$110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052560" y="37490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Precio mediana/noche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4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4864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NYC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46888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46888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Angeles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38912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38912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 Francisco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0936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30936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22960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22960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Boston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0149840" y="4572000"/>
            <a:ext cx="1783080" cy="411480"/>
          </a:xfrm>
          <a:prstGeom prst="roundRect">
            <a:avLst>
              <a:gd fmla="val 13333" name="adj"/>
            </a:avLst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149840" y="4572000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Washington DC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6217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Análisis Exploratorio de Datos  |  202</a:t>
            </a:r>
            <a:r>
              <a:rPr lang="en-US" sz="900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DEL PRECIO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precio de Airbnb tiene una distribución muy sesgada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La transformación logarítmica es necesaria para modelar el precio correctamente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5760" y="1417320"/>
            <a:ext cx="7772400" cy="420624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8321040" y="1417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321040" y="1417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449056" y="1508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⚡ Hallazgo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precio original muestra skewness de 4.29 — valores extremos distorsionan la media.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321040" y="242316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321040" y="242316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8449056" y="251460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📊 Media vs Mediana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Media: $160/noche vs Mediana: $110/noche. La diferencia de $50 revela un mercado con propiedades de lujo que inflan el promedio.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321040" y="352044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321040" y="352044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449056" y="361188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🔁 Log-precio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log(precio) la distribución se vuelve casi normal (skewness 0.51), ideal para regresión lineal y modelos de ML.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321040" y="466344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8321040" y="466344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449056" y="475488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✅ Implicación para el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modelo debe predecir log_price y convertir al final con exp(). Esto reduce el impacto de outliers.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POR CIUDAD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 Francisco lidera los precios — Chicago es la opción más accesible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La ciudad de origen explica ~4% de la varianza del precio (eta²)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1417320"/>
            <a:ext cx="7772400" cy="420624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8321040" y="1417320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412480" y="145389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$165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418320" y="14538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 Francisco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321040" y="2112264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412480" y="21488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$139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9418320" y="21488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Boston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321040" y="2807208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412480" y="2843784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$125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418320" y="2843784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Washington DC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321040" y="3502152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412480" y="353872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$105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418320" y="353872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Nueva York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21040" y="4197096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412480" y="423367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$100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418320" y="423367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Ángeles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321040" y="4892040"/>
            <a:ext cx="3474720" cy="621792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412480" y="492861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$99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418320" y="492861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Chicago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DE HABITACIÓN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room_type es el predictor más poderoso del precio (eta² = 0.37)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Alojamiento completo cobra ~2.7x más que habitación privada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1417320"/>
            <a:ext cx="7772400" cy="420624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8321040" y="1417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321040" y="1417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449056" y="1508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🏠 Entire home/apt — 55.5%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Precio mediano más alto. Domina el mercado. Mayor dispersión de precios por tamaño variable.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8321040" y="2560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321040" y="2560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449056" y="2651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🛏 Private room — 41.5%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Precio ~2.7x menor que alojamiento completo. Segmento de viajeros con presupuesto moderado.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321040" y="3703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321040" y="3703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8449056" y="3794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🤝 Shared room — 2.9%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Precio más bajo. Nicho muy pequeño. Mayor variabilidad relativa al precio.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321040" y="475488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321040" y="475488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449056" y="484632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📌 Implicación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room_type debe ser el primer feature a incluir en cualquier modelo predictivo de precios.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capacidad de huéspedes es el factor numérico más relacionado con el precio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Correlación de Pearson entre variables numéricas — valores cercanos a 1 indican relación fuerte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5760" y="1417320"/>
            <a:ext cx="5852160" cy="475488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566928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6400800" y="14630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CORRELACIÓN CON LOG_PRICE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00800" y="187452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accommodates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00800" y="2148840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0" y="2148840"/>
            <a:ext cx="2866644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9358884" y="213055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0" y="253288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400800" y="2807208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400800" y="2807208"/>
            <a:ext cx="2363724" cy="182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855964" y="278892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0" y="3191256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0" y="3465576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0" y="3465576"/>
            <a:ext cx="2212848" cy="18288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705088" y="344728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0" y="384962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bathrooms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0" y="4123944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0" y="4123944"/>
            <a:ext cx="1760220" cy="18288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252460" y="410565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0" y="4507992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review_score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00800" y="4782312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400800" y="4782312"/>
            <a:ext cx="452628" cy="182880"/>
          </a:xfrm>
          <a:prstGeom prst="rect">
            <a:avLst/>
          </a:prstGeom>
          <a:solidFill>
            <a:srgbClr val="8EAF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6944868" y="476402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0" y="516636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num_reviews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00800" y="5440680"/>
            <a:ext cx="5120640" cy="1828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400800" y="5440680"/>
            <a:ext cx="150876" cy="182880"/>
          </a:xfrm>
          <a:prstGeom prst="rect">
            <a:avLst/>
          </a:prstGeom>
          <a:solidFill>
            <a:srgbClr val="8EAF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643116" y="542239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RELACIÓN CON VARIABLES NUMÉRICAS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Más capacidad y habitaciones = precio más alto — Calificaciones no predicen precio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Scatter plots coloreados por ciudad revelan patrones entre variables continuas y log_price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1417320"/>
            <a:ext cx="7772400" cy="475488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8321040" y="1417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321040" y="1417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8449056" y="1508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📈 Capacidad (r=0.57)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relación más fuerte. Propiedad de 16 huéspedes cuesta en promedio ~$1,200/noche vs $80 para 1 huésped.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321040" y="265176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321040" y="265176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449056" y="274320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🏠 Habitaciones (r=0.47)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Relación positiva clara. La línea de tendencia muestra escalado consistente entre ciudades.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321040" y="374904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8321040" y="374904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449056" y="384048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⭐ Calificación (r=0.09)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relación práctica con el precio. Las ratings se concentran en 80-100 para todos los rangos de precio.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321040" y="480060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321040" y="480060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8449056" y="489204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📍 Efecto ciudad visible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SF (azul) aparece consistentemente más alto en los scatter, confirmando el efecto ciudad.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SEGMENTACIÓN POR TAMAÑO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precio escala de forma casi monotónica con el número de habitaciones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Propiedades de 6 habitaciones tienen mediana ~7x más cara que las de 1 habitación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65760" y="1417320"/>
            <a:ext cx="7772400" cy="420624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8321040" y="141732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412480" y="152704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~$99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8412480" y="221101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0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n=5,837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104120" y="141732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0195560" y="152704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~$100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0195560" y="221101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1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n=43,046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321040" y="283464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412480" y="294436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~$200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412480" y="362833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2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n=9,735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0104120" y="283464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0195560" y="294436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~$330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0195560" y="362833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3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n=3,658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321040" y="425196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412480" y="436168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~$600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412480" y="504565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4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n=1,130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0104120" y="4251960"/>
            <a:ext cx="1691640" cy="128016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0195560" y="4361688"/>
            <a:ext cx="150876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~$900+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195560" y="5045659"/>
            <a:ext cx="15087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5-6 hab.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n=397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POLÍTICA DE CANCELACIÓN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Políticas súper-estrictas marcan el segmento de lujo — no la causa, sino el perfil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Super strict 60 muestra mediana log_price ~6.8 equivalente a ~$900/noche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65760" y="1417320"/>
            <a:ext cx="7772400" cy="420624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75895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/>
          <p:nvPr/>
        </p:nvSpPr>
        <p:spPr>
          <a:xfrm>
            <a:off x="8321040" y="1417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8321040" y="1417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449056" y="1508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💎 super_strict_60 → ~$900/noche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Solo propiedades premium adoptan esta política. Muy poca varianza — mercado homogéneo de lujo.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321040" y="260604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8321040" y="260604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449056" y="269748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📋 strict → ~$150/noche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Mercado estándar con mayor dispersión. Refleja la mayoría del inventario urbano.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321040" y="370332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321040" y="3703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449056" y="379476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🔓 flexible → ~$100/noche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Precio más bajo en mediana. Anfitriones nuevos o propiedades más pequeñas.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321040" y="4754880"/>
            <a:ext cx="34747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321040" y="475488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8449056" y="4846320"/>
            <a:ext cx="3291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⚠️ Causalidad vs correlación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política NO causa el precio alto. Ambas son características del mismo segmento de mercado.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GEOGRÁFICO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ubicación dentro de cada ciudad es un factor de precio significativo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Zonas céntricas y costeras muestran concentración de precios altos en todas las ciudades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365760" y="1417320"/>
            <a:ext cx="8229600" cy="475488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804672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8778240" y="1417320"/>
            <a:ext cx="30175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8778240" y="141732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8906256" y="1508760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🗽 Nueva York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Precios más altos en Manhattan centro (-74.0 long). Brooklyn muestra gradiente de precio.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778240" y="2423160"/>
            <a:ext cx="30175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778240" y="242316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8906256" y="2514600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🌴 Los Ángeles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Franja costera (Santa Mónica/Venice) concentra las propiedades más caras.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8778240" y="3429000"/>
            <a:ext cx="30175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8778240" y="342900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906256" y="3520440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🌁 San Francisco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Zona norte de la bahía muestra los precios más altos. Distribución compacta.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8778240" y="4434840"/>
            <a:ext cx="3017520" cy="740664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778240" y="4434840"/>
            <a:ext cx="54864" cy="7406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8906256" y="4526280"/>
            <a:ext cx="2834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💡 Feature latitud/long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coordenadas capturan valor de ubicación intra-ciudad. Útiles como features en el modelo.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 DE VARIABLES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65760" y="566928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con mayor poder predictivo sobre el precio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65760" y="1078992"/>
            <a:ext cx="1143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Correlación de Pearson (numéricas) y eta² (categóricas) como métricas de importancia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65760" y="1417320"/>
            <a:ext cx="11430000" cy="4754880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124712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CONCLUSIONES DEL EDA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clave para predecir el precio de Airbnb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365760" y="132588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365760" y="1325880"/>
            <a:ext cx="54864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530352" y="143560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🏠 room_type — La variable reina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30352" y="180136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Explica ~37% de la varianza. Entire home/apt cobra 2.7x más que Private room. Feature obligatorio en cualquier modelo.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263640" y="132588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6263640" y="1325880"/>
            <a:ext cx="54864" cy="157276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428232" y="143560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👥 accommodates — Mejor numérica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428232" y="180136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Correlación r=0.57. Más huéspedes = precio proporcional. Escala casi linealmente en log_price.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65760" y="301752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365760" y="3017520"/>
            <a:ext cx="54864" cy="157276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530352" y="312724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🛏 bedrooms y bathrooms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30352" y="349300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Correlación r=0.47 y r=0.35. El precio escala de $100 (1 hab.) a $900+ (6 hab.). Información complementaria no redundante.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263640" y="301752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6263640" y="3017520"/>
            <a:ext cx="54864" cy="15727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428232" y="312724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🌆 city — Efecto moderado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428232" y="349300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SF ($165) es 67% más caro que Chicago ($99). Orden real: SF&gt;Boston&gt;DC&gt;NYC&gt;LA&gt;Chicago.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365760" y="470916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365760" y="4709160"/>
            <a:ext cx="54864" cy="1572768"/>
          </a:xfrm>
          <a:prstGeom prst="rect">
            <a:avLst/>
          </a:prstGeom>
          <a:solidFill>
            <a:srgbClr val="8EAF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530352" y="481888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📍 Latitud/Longitud útiles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30352" y="518464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ubicación intra-ciudad explica varianza adicional. Zonas costeras y céntricas son consistentemente más caras.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263640" y="4709160"/>
            <a:ext cx="5715000" cy="1572768"/>
          </a:xfrm>
          <a:prstGeom prst="rect">
            <a:avLst/>
          </a:prstGeom>
          <a:solidFill>
            <a:srgbClr val="16253A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6263640" y="4709160"/>
            <a:ext cx="54864" cy="15727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428232" y="481888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⭐ Rating — No predice precio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428232" y="5184648"/>
            <a:ext cx="5394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r=0.09, prácticamente sin relación. El mercado no premia calidad percibida con precios más altos de forma consistente.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48640" y="64465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Próximo paso: Feature engineering + modelo de regresión con estas variables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